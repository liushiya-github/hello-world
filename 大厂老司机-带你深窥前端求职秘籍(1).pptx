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09" r:id="rId2"/>
    <p:sldId id="314" r:id="rId3"/>
    <p:sldId id="333" r:id="rId4"/>
    <p:sldId id="322" r:id="rId5"/>
    <p:sldId id="323" r:id="rId6"/>
    <p:sldId id="324" r:id="rId7"/>
    <p:sldId id="326" r:id="rId8"/>
    <p:sldId id="336" r:id="rId9"/>
    <p:sldId id="325" r:id="rId10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56" autoAdjust="0"/>
    <p:restoredTop sz="94660"/>
  </p:normalViewPr>
  <p:slideViewPr>
    <p:cSldViewPr snapToGrid="0">
      <p:cViewPr varScale="1">
        <p:scale>
          <a:sx n="74" d="100"/>
          <a:sy n="74" d="100"/>
        </p:scale>
        <p:origin x="-750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pPr/>
              <a:t>2020/5/16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720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2020/5/16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7442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 rot="5400000">
            <a:off x="2666365" y="-2668905"/>
            <a:ext cx="6870065" cy="122110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 userDrawn="1"/>
        </p:nvSpPr>
        <p:spPr>
          <a:xfrm>
            <a:off x="1071245" y="911582"/>
            <a:ext cx="127889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DUYI EDUCATION</a:t>
            </a:r>
          </a:p>
        </p:txBody>
      </p:sp>
      <p:sp>
        <p:nvSpPr>
          <p:cNvPr id="6" name="标题 5"/>
          <p:cNvSpPr>
            <a:spLocks noGrp="1"/>
          </p:cNvSpPr>
          <p:nvPr>
            <p:ph type="ctrTitle" hasCustomPrompt="1"/>
          </p:nvPr>
        </p:nvSpPr>
        <p:spPr>
          <a:xfrm>
            <a:off x="6004560" y="3584575"/>
            <a:ext cx="5004435" cy="1471930"/>
          </a:xfrm>
        </p:spPr>
        <p:txBody>
          <a:bodyPr anchor="ctr" anchorCtr="0"/>
          <a:lstStyle>
            <a:lvl1pPr algn="r" eaLnBrk="1" fontAlgn="auto" latinLnBrk="0" hangingPunct="1">
              <a:lnSpc>
                <a:spcPct val="11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</a:t>
            </a:r>
          </a:p>
        </p:txBody>
      </p:sp>
      <p:sp>
        <p:nvSpPr>
          <p:cNvPr id="26" name="副标题 25"/>
          <p:cNvSpPr>
            <a:spLocks noGrp="1"/>
          </p:cNvSpPr>
          <p:nvPr>
            <p:ph type="subTitle" idx="1" hasCustomPrompt="1"/>
          </p:nvPr>
        </p:nvSpPr>
        <p:spPr>
          <a:xfrm>
            <a:off x="7886700" y="5287645"/>
            <a:ext cx="3122295" cy="487680"/>
          </a:xfrm>
        </p:spPr>
        <p:txBody>
          <a:bodyPr anchor="ctr" anchorCtr="0"/>
          <a:lstStyle>
            <a:lvl1pPr marL="0" indent="0" algn="r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540592" y="404151"/>
            <a:ext cx="4089304" cy="605039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9" name="文本框 28"/>
          <p:cNvSpPr txBox="1"/>
          <p:nvPr userDrawn="1"/>
        </p:nvSpPr>
        <p:spPr>
          <a:xfrm>
            <a:off x="1419374" y="4532618"/>
            <a:ext cx="263779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1494972" y="5177811"/>
            <a:ext cx="248636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 userDrawn="1"/>
        </p:nvSpPr>
        <p:spPr>
          <a:xfrm>
            <a:off x="3006052" y="5253906"/>
            <a:ext cx="105085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DUYI EDUCATION  </a:t>
            </a:r>
            <a:endParaRPr lang="zh-CN" altLang="en-US" sz="11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图片 14" descr="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33700" y="710565"/>
            <a:ext cx="1323975" cy="542925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 hasCustomPrompt="1"/>
          </p:nvPr>
        </p:nvSpPr>
        <p:spPr>
          <a:xfrm>
            <a:off x="6025515" y="1812925"/>
            <a:ext cx="521970" cy="579120"/>
          </a:xfrm>
        </p:spPr>
        <p:txBody>
          <a:bodyPr anchor="ctr" anchorCtr="0"/>
          <a:lstStyle>
            <a:lvl1pPr algn="l" fontAlgn="ctr">
              <a:defRPr sz="2000"/>
            </a:lvl1pPr>
          </a:lstStyle>
          <a:p>
            <a:r>
              <a:rPr lang="zh-CN" altLang="en-US"/>
              <a:t>01</a:t>
            </a:r>
          </a:p>
        </p:txBody>
      </p:sp>
      <p:sp>
        <p:nvSpPr>
          <p:cNvPr id="26" name="副标题 25"/>
          <p:cNvSpPr>
            <a:spLocks noGrp="1"/>
          </p:cNvSpPr>
          <p:nvPr>
            <p:ph type="subTitle" idx="1"/>
          </p:nvPr>
        </p:nvSpPr>
        <p:spPr>
          <a:xfrm>
            <a:off x="6547485" y="1815465"/>
            <a:ext cx="3987800" cy="576580"/>
          </a:xfrm>
        </p:spPr>
        <p:txBody>
          <a:bodyPr anchor="ctr" anchorCtr="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570230"/>
            <a:ext cx="9144000" cy="75882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1850390"/>
            <a:ext cx="9144000" cy="641985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838200" y="0"/>
            <a:ext cx="471170" cy="12058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4445" y="6146165"/>
            <a:ext cx="12183110" cy="438150"/>
            <a:chOff x="7" y="9184"/>
            <a:chExt cx="19186" cy="690"/>
          </a:xfrm>
        </p:grpSpPr>
        <p:sp>
          <p:nvSpPr>
            <p:cNvPr id="8" name="矩形 7"/>
            <p:cNvSpPr/>
            <p:nvPr userDrawn="1"/>
          </p:nvSpPr>
          <p:spPr>
            <a:xfrm>
              <a:off x="7" y="9490"/>
              <a:ext cx="14173" cy="6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 descr="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4427" y="9184"/>
              <a:ext cx="1686" cy="691"/>
            </a:xfrm>
            <a:prstGeom prst="rect">
              <a:avLst/>
            </a:prstGeom>
          </p:spPr>
        </p:pic>
        <p:sp>
          <p:nvSpPr>
            <p:cNvPr id="10" name="矩形 9"/>
            <p:cNvSpPr/>
            <p:nvPr userDrawn="1"/>
          </p:nvSpPr>
          <p:spPr>
            <a:xfrm>
              <a:off x="16359" y="9490"/>
              <a:ext cx="2835" cy="6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 </a:t>
              </a:r>
            </a:p>
          </p:txBody>
        </p:sp>
      </p:grpSp>
      <p:sp>
        <p:nvSpPr>
          <p:cNvPr id="12" name="TextBox 9"/>
          <p:cNvSpPr txBox="1"/>
          <p:nvPr userDrawn="1"/>
        </p:nvSpPr>
        <p:spPr>
          <a:xfrm>
            <a:off x="10876419" y="284746"/>
            <a:ext cx="823595" cy="458470"/>
          </a:xfrm>
          <a:prstGeom prst="rect">
            <a:avLst/>
          </a:prstGeom>
          <a:noFill/>
        </p:spPr>
        <p:txBody>
          <a:bodyPr wrap="none" lIns="182843" tIns="91422" rIns="182843" bIns="91422" rtlCol="0">
            <a:spAutoFit/>
          </a:bodyPr>
          <a:lstStyle/>
          <a:p>
            <a:pPr algn="ctr"/>
            <a:fld id="{260E2A6B-A809-4840-BF14-8648BC0BDF87}" type="slidenum">
              <a:rPr lang="id-ID" sz="1200" b="0" i="0" smtClean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Montserrat Light" charset="0"/>
              </a:rPr>
              <a:pPr algn="ctr"/>
              <a:t>‹#›</a:t>
            </a:fld>
            <a:r>
              <a:rPr lang="id-ID" sz="1800" b="0" i="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Montserrat Light" charset="0"/>
              </a:rPr>
              <a:t>  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pPr/>
              <a:t>2020/5/16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4485" y="2390775"/>
            <a:ext cx="9003665" cy="3449955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lang="en-US" dirty="0"/>
          </a:p>
          <a:p>
            <a:pPr lvl="1"/>
            <a:r>
              <a:rPr lang="zh-CN" altLang="en-US">
                <a:sym typeface="+mn-ea"/>
              </a:rPr>
              <a:t>第二级</a:t>
            </a:r>
            <a:endParaRPr lang="en-US" dirty="0"/>
          </a:p>
          <a:p>
            <a:pPr lvl="2"/>
            <a:r>
              <a:rPr lang="zh-CN" altLang="en-US">
                <a:sym typeface="+mn-ea"/>
              </a:rPr>
              <a:t>第三级</a:t>
            </a:r>
            <a:endParaRPr lang="en-US" dirty="0"/>
          </a:p>
          <a:p>
            <a:pPr lvl="3"/>
            <a:r>
              <a:rPr lang="zh-CN" altLang="en-US">
                <a:sym typeface="+mn-ea"/>
              </a:rPr>
              <a:t>第四级</a:t>
            </a:r>
            <a:endParaRPr lang="en-US" dirty="0"/>
          </a:p>
          <a:p>
            <a:pPr lvl="4"/>
            <a:r>
              <a:rPr lang="en-US" dirty="0"/>
              <a:t>第五级</a:t>
            </a:r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1594485" y="816610"/>
            <a:ext cx="9003665" cy="1051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u="none" strike="noStrike" kern="1200" cap="none" spc="0" normalizeH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u="none" strike="noStrike" kern="1200" cap="none" spc="0" normalizeH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u="none" strike="noStrike" kern="1200" cap="none" spc="0" normalizeH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u="none" strike="noStrike" kern="1200" cap="none" spc="0" normalizeH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u="none" strike="noStrike" kern="1200" cap="none" spc="0" normalizeH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u="none" strike="noStrike" kern="1200" cap="none" spc="0" normalizeH="0">
          <a:solidFill>
            <a:schemeClr val="tx1"/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前端的能走多远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F27A7030-2B51-6B4B-ABD5-A29FA9139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57" y="1724949"/>
            <a:ext cx="9000686" cy="381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485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激励式成长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A854E08F-ED99-5440-BF9A-B800DE5B1766}"/>
              </a:ext>
            </a:extLst>
          </p:cNvPr>
          <p:cNvSpPr txBox="1"/>
          <p:nvPr/>
        </p:nvSpPr>
        <p:spPr>
          <a:xfrm>
            <a:off x="6461760" y="1329055"/>
            <a:ext cx="5084190" cy="4606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建设奖励体系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比如一个月达标允许自己浪一波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代码不仅要写，还要备份与分享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实打实的通过代码完成的作品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阶段性的回顾和总结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互助式学习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班级、互助会等方式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课程老师领路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多看别人的文章，观察别人的成长方式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825C0F43-4213-2047-A622-AF474D5F703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11810" y="1499964"/>
            <a:ext cx="5171820" cy="416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081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激励式成长</a:t>
            </a:r>
            <a:r>
              <a:rPr lang="en-US" altLang="zh-CN" dirty="0"/>
              <a:t>-</a:t>
            </a:r>
            <a:r>
              <a:rPr lang="zh-CN" altLang="en-US" dirty="0"/>
              <a:t>别让知识像流水一样离去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4F0E998F-B97F-C747-A7A4-37FAFACD8AAC}"/>
              </a:ext>
            </a:extLst>
          </p:cNvPr>
          <p:cNvSpPr/>
          <p:nvPr/>
        </p:nvSpPr>
        <p:spPr>
          <a:xfrm>
            <a:off x="1524000" y="1976404"/>
            <a:ext cx="5263299" cy="2535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一切要有文档</a:t>
            </a:r>
            <a:r>
              <a:rPr kumimoji="1" lang="en-US" altLang="zh-CN" dirty="0"/>
              <a:t>/</a:t>
            </a:r>
            <a:r>
              <a:rPr kumimoji="1" lang="zh-CN" altLang="en-US" dirty="0"/>
              <a:t>思维导图</a:t>
            </a:r>
            <a:r>
              <a:rPr kumimoji="1" lang="en-US" altLang="zh-CN" dirty="0"/>
              <a:t>/</a:t>
            </a:r>
            <a:r>
              <a:rPr kumimoji="1" lang="zh-CN" altLang="en-US" dirty="0"/>
              <a:t>表格</a:t>
            </a:r>
            <a:r>
              <a:rPr kumimoji="1" lang="en-US" altLang="zh-CN" dirty="0"/>
              <a:t>/</a:t>
            </a:r>
            <a:r>
              <a:rPr kumimoji="1" lang="zh-CN" altLang="en-US" dirty="0"/>
              <a:t>代码等 </a:t>
            </a:r>
            <a:r>
              <a:rPr kumimoji="1" lang="zh-CN" altLang="en-US" dirty="0">
                <a:solidFill>
                  <a:schemeClr val="accent2"/>
                </a:solidFill>
              </a:rPr>
              <a:t>沉淀下来</a:t>
            </a:r>
            <a:endParaRPr kumimoji="1" lang="en-US" altLang="zh-CN" dirty="0">
              <a:solidFill>
                <a:schemeClr val="accent2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驾驭新技术的文档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踩坑的记录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某个技术点的总结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做好文件备份，及时回顾，这才是你该在面试前该复习的宝典</a:t>
            </a:r>
            <a:endParaRPr kumimoji="1"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D5DD52AF-0002-714C-9199-227E7CBE628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3069" y="1329055"/>
            <a:ext cx="3996081" cy="450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989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2">
            <a:extLst>
              <a:ext uri="{FF2B5EF4-FFF2-40B4-BE49-F238E27FC236}">
                <a16:creationId xmlns:a16="http://schemas.microsoft.com/office/drawing/2014/main" xmlns="" id="{07C02365-E095-8640-9860-13DB1C8BED53}"/>
              </a:ext>
            </a:extLst>
          </p:cNvPr>
          <p:cNvSpPr txBox="1">
            <a:spLocks/>
          </p:cNvSpPr>
          <p:nvPr/>
        </p:nvSpPr>
        <p:spPr>
          <a:xfrm>
            <a:off x="6356985" y="1751375"/>
            <a:ext cx="4871629" cy="3355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dirty="0"/>
              <a:t>前端的是什么？</a:t>
            </a:r>
            <a:endParaRPr lang="en-US" altLang="zh-CN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dirty="0"/>
              <a:t>揭秘大厂前端体系</a:t>
            </a:r>
            <a:endParaRPr lang="en-US" altLang="zh-CN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dirty="0"/>
              <a:t>如何成为优秀的前端工程师</a:t>
            </a:r>
            <a:endParaRPr lang="en-US" altLang="zh-CN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accent2"/>
                </a:solidFill>
              </a:rPr>
              <a:t>求职小技巧</a:t>
            </a:r>
          </a:p>
        </p:txBody>
      </p:sp>
    </p:spTree>
    <p:extLst>
      <p:ext uri="{BB962C8B-B14F-4D97-AF65-F5344CB8AC3E}">
        <p14:creationId xmlns:p14="http://schemas.microsoft.com/office/powerpoint/2010/main" val="2769621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求职小技巧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EBC7DFF9-6F3C-FD47-9A11-27BA97D29DE9}"/>
              </a:ext>
            </a:extLst>
          </p:cNvPr>
          <p:cNvSpPr txBox="1"/>
          <p:nvPr/>
        </p:nvSpPr>
        <p:spPr>
          <a:xfrm>
            <a:off x="1524000" y="1620456"/>
            <a:ext cx="8291332" cy="419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确定目标公司和岗位（建议换工作提前 </a:t>
            </a:r>
            <a:r>
              <a:rPr kumimoji="1" lang="en-US" altLang="zh-CN" dirty="0"/>
              <a:t>2-3</a:t>
            </a:r>
            <a:r>
              <a:rPr kumimoji="1" lang="zh-CN" altLang="en-US" dirty="0"/>
              <a:t> 个月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渠道：内推、猎头、</a:t>
            </a:r>
            <a:r>
              <a:rPr kumimoji="1" lang="en-US" altLang="zh-CN" dirty="0"/>
              <a:t>Boss</a:t>
            </a:r>
            <a:r>
              <a:rPr kumimoji="1" lang="zh-CN" altLang="en-US" dirty="0"/>
              <a:t> 直聘、拉勾网等（优先级从左到右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仔细阅读岗位描述，一般包含岗位职责、要求和加分项等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评估目标岗位合适度，综合几个问题基本可确定是否列为目标岗位</a:t>
            </a:r>
            <a:endParaRPr kumimoji="1" lang="en-US" altLang="zh-CN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岗位要求自己能满足多少？如不够，能否短期内补全</a:t>
            </a:r>
            <a:endParaRPr kumimoji="1" lang="en-US" altLang="zh-CN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自己是否有亮点可以加分？</a:t>
            </a:r>
            <a:endParaRPr kumimoji="1" lang="en-US" altLang="zh-CN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工作内容是否有兴趣？</a:t>
            </a:r>
            <a:endParaRPr kumimoji="1" lang="en-US" altLang="zh-CN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薪资范围和上班节奏是否符合预期？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使用表格或文档记录下目标岗位及进度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10916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求职小技巧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60F9C785-1E1A-694D-BA53-4BD742D31406}"/>
              </a:ext>
            </a:extLst>
          </p:cNvPr>
          <p:cNvSpPr txBox="1"/>
          <p:nvPr/>
        </p:nvSpPr>
        <p:spPr>
          <a:xfrm>
            <a:off x="1524000" y="1509273"/>
            <a:ext cx="8291332" cy="2119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投递简历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简历内容可以适当丰富，但要保证真实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文件格式为 </a:t>
            </a:r>
            <a:r>
              <a:rPr kumimoji="1" lang="en-US" altLang="zh-CN" dirty="0"/>
              <a:t>pdf</a:t>
            </a:r>
            <a:r>
              <a:rPr kumimoji="1" lang="zh-CN" altLang="en-US" dirty="0"/>
              <a:t>，命名清晰为：姓名</a:t>
            </a:r>
            <a:r>
              <a:rPr kumimoji="1" lang="en-US" altLang="zh-CN" dirty="0"/>
              <a:t>+</a:t>
            </a:r>
            <a:r>
              <a:rPr kumimoji="1" lang="zh-CN" altLang="en-US" dirty="0"/>
              <a:t>目标岗位</a:t>
            </a:r>
            <a:r>
              <a:rPr kumimoji="1" lang="en-US" altLang="zh-CN" dirty="0"/>
              <a:t>+</a:t>
            </a:r>
            <a:r>
              <a:rPr kumimoji="1" lang="zh-CN" altLang="en-US" dirty="0"/>
              <a:t>工作年限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推荐语：可以简单描述一下自己的优点，以及为什么想去这个公司</a:t>
            </a:r>
            <a:r>
              <a:rPr kumimoji="1" lang="en-US" altLang="zh-CN" dirty="0"/>
              <a:t>/</a:t>
            </a:r>
            <a:r>
              <a:rPr kumimoji="1" lang="zh-CN" altLang="en-US" dirty="0"/>
              <a:t>岗位（字数不宜过多</a:t>
            </a:r>
            <a:endParaRPr kumimoji="1"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9E3343D9-5F44-F745-ABEC-7F9774835E49}"/>
              </a:ext>
            </a:extLst>
          </p:cNvPr>
          <p:cNvSpPr txBox="1"/>
          <p:nvPr/>
        </p:nvSpPr>
        <p:spPr>
          <a:xfrm>
            <a:off x="1524000" y="3809046"/>
            <a:ext cx="8291332" cy="2113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面试准备（技术面试主要考察：技术基础、专业度和项目经历）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评估和分析，补全目标岗位的暂不满足的要求（可找资深的老师帮忙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trike="sngStrike" dirty="0"/>
              <a:t>通常大厂会有很多的面经，有一定的参考价值</a:t>
            </a:r>
            <a:endParaRPr kumimoji="1" lang="en-US" altLang="zh-CN" strike="sngStrike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不建议临时抱佛脚强行刷题，但可花一些时间通过刷题来回顾基础知识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适当模拟面试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40521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一些小结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60F9C785-1E1A-694D-BA53-4BD742D31406}"/>
              </a:ext>
            </a:extLst>
          </p:cNvPr>
          <p:cNvSpPr txBox="1"/>
          <p:nvPr/>
        </p:nvSpPr>
        <p:spPr>
          <a:xfrm>
            <a:off x="1524000" y="1509273"/>
            <a:ext cx="8291332" cy="3366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最重要的还是坚持不懈的学习，无论主动还是被动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别躲在舒适区，别人也在跟你赛跑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2"/>
                </a:solidFill>
              </a:rPr>
              <a:t>明确目标，有计划有节奏地</a:t>
            </a:r>
            <a:r>
              <a:rPr kumimoji="1" lang="zh-CN" altLang="en-US" dirty="0"/>
              <a:t>学习和成长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多看文章，关注技术趋势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多写代码</a:t>
            </a:r>
            <a:r>
              <a:rPr kumimoji="1" lang="zh-CN" altLang="en-US" dirty="0">
                <a:solidFill>
                  <a:schemeClr val="accent2"/>
                </a:solidFill>
              </a:rPr>
              <a:t>多总结，参与开源项目（打造亮点</a:t>
            </a:r>
            <a:endParaRPr kumimoji="1" lang="en-US" altLang="zh-CN" dirty="0">
              <a:solidFill>
                <a:schemeClr val="accent2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向别人求助，你的同学同事老师都很愿意帮助你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去帮助身边的人，你会发现另外一个学习的视角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C00000"/>
                </a:solidFill>
              </a:rPr>
              <a:t>做技术的人，一定要有自信。</a:t>
            </a:r>
            <a:endParaRPr kumimoji="1" lang="en-US" altLang="zh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159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附录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584C2C9C-20C7-FB47-B137-8397809BFAA8}"/>
              </a:ext>
            </a:extLst>
          </p:cNvPr>
          <p:cNvSpPr txBox="1"/>
          <p:nvPr/>
        </p:nvSpPr>
        <p:spPr>
          <a:xfrm>
            <a:off x="1524000" y="1509273"/>
            <a:ext cx="8291332" cy="3360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开源社区代码管理平台：</a:t>
            </a:r>
            <a:r>
              <a:rPr kumimoji="1" lang="en-US" altLang="zh-CN" dirty="0" err="1"/>
              <a:t>Github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文档在线管理：语雀、腾讯文档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绘制思维导图：</a:t>
            </a:r>
            <a:r>
              <a:rPr kumimoji="1" lang="en-US" altLang="zh-CN" dirty="0" err="1"/>
              <a:t>Xmind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绘制流程图：</a:t>
            </a:r>
            <a:r>
              <a:rPr kumimoji="1" lang="en-US" altLang="zh-CN" dirty="0" err="1"/>
              <a:t>processon</a:t>
            </a:r>
            <a:r>
              <a:rPr kumimoji="1" lang="zh-CN" altLang="en-US" dirty="0"/>
              <a:t>（在线）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甘特图工具：</a:t>
            </a:r>
            <a:r>
              <a:rPr kumimoji="1" lang="en-US" altLang="zh-CN" dirty="0"/>
              <a:t>excel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线路图：</a:t>
            </a:r>
            <a:r>
              <a:rPr kumimoji="1" lang="en" altLang="zh-CN" dirty="0" err="1"/>
              <a:t>balsamiq</a:t>
            </a:r>
            <a:r>
              <a:rPr kumimoji="1" lang="en" altLang="zh-CN" dirty="0"/>
              <a:t> mockups 3</a:t>
            </a:r>
            <a:r>
              <a:rPr kumimoji="1" lang="zh-CN" altLang="en-US" dirty="0"/>
              <a:t>（收费，可使用 </a:t>
            </a:r>
            <a:r>
              <a:rPr kumimoji="1" lang="en-US" altLang="zh-CN" dirty="0" err="1"/>
              <a:t>processon</a:t>
            </a:r>
            <a:r>
              <a:rPr kumimoji="1" lang="zh-CN" altLang="en-US" dirty="0"/>
              <a:t> 代替）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互联网找工作地方：</a:t>
            </a:r>
            <a:r>
              <a:rPr kumimoji="1" lang="en-US" altLang="zh-CN" dirty="0"/>
              <a:t>Boss</a:t>
            </a:r>
            <a:r>
              <a:rPr kumimoji="1" lang="zh-CN" altLang="en-US" dirty="0"/>
              <a:t> 直聘、拉勾网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前端课程：渡一教育相关阶段规划的课程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43644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xmlns="" id="{1F376E1F-7BDE-884D-805F-08C90D2E1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0452" y="2432114"/>
            <a:ext cx="9411095" cy="1272619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感谢聆听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Q&amp;A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191" y="1487811"/>
            <a:ext cx="2864617" cy="286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4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553</Words>
  <Application>Microsoft Office PowerPoint</Application>
  <PresentationFormat>自定义</PresentationFormat>
  <Paragraphs>60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Office 主题</vt:lpstr>
      <vt:lpstr>前端的能走多远</vt:lpstr>
      <vt:lpstr>激励式成长</vt:lpstr>
      <vt:lpstr>激励式成长-别让知识像流水一样离去</vt:lpstr>
      <vt:lpstr>PowerPoint 演示文稿</vt:lpstr>
      <vt:lpstr>求职小技巧</vt:lpstr>
      <vt:lpstr>求职小技巧</vt:lpstr>
      <vt:lpstr>一些小结</vt:lpstr>
      <vt:lpstr>附录</vt:lpstr>
      <vt:lpstr>感谢聆听 Q&amp;A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fei</dc:creator>
  <cp:lastModifiedBy>my</cp:lastModifiedBy>
  <cp:revision>152</cp:revision>
  <dcterms:created xsi:type="dcterms:W3CDTF">2018-08-14T06:54:00Z</dcterms:created>
  <dcterms:modified xsi:type="dcterms:W3CDTF">2020-05-16T13:46:05Z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2052-10.1.0.7520</vt:lpwstr>
  </property>
</Properties>
</file>